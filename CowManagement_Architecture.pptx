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09728" cy="508863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COW MANAGEMENT SYSTEM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Technology Stack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Cattle Farm Digital Platform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1330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4617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51760" y="41330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51760" y="4617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41330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46320" y="4617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40880" y="41330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YES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040880" y="4617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64E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HIGH-LEVEL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 Application (SPA) with Client-Side Data Persistence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73152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463040"/>
            <a:ext cx="2560320" cy="3200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PRESENTATION LAYER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8745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  |  15 Page Sections  |  Modal System  |  Tab Navigation  |  Detail Panels  |  Toast Notifications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514600"/>
            <a:ext cx="73152" cy="10058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651760"/>
            <a:ext cx="2560320" cy="32004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651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APPLICATION LAYER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JavaScript (ES6+)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06324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 |  15 Modules  |  Store API  |  UI Utilities  |  Image Compression  |  Form Validation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70332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840480"/>
            <a:ext cx="2560320" cy="3200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840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localStorage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42519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Serialization  |  CRUD Operations  |  Query Engine  |  Export/Import  |  Auto Timestamps  |  UUID Generation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0" y="23317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▼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14800" y="35204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▼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64E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60604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612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HTML5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sections, forms,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canvas, datalists,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multi-file upload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51560"/>
            <a:ext cx="260604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1612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CSS3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14630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29000" y="17373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Variables, Flexbox, Grid,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Animations, Glassmorphism,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Gradients, Media Queries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05156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51560"/>
            <a:ext cx="260604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1612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JavaScript ES6+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14630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17373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Modules, Template Literals,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Async/Await, LocalStorage,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FormData, Crypto API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880360"/>
            <a:ext cx="260604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9900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Fonts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2918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font family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300-700 weights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 rendering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288036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880360"/>
            <a:ext cx="26060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29900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Canvas API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29000" y="32918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29000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bar charts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 distribution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rendering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288036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2880360"/>
            <a:ext cx="260604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299008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localStorage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17920" y="32918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35661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persistence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Export/Import 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10MB storage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64E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MODULE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Independent Modules with Shared Store &amp; UI Layer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011680" cy="7315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MANAGEMENT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0" y="1143000"/>
            <a:ext cx="10972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0" y="1143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77640" y="1143000"/>
            <a:ext cx="10972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977640" y="1143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12080" y="1143000"/>
            <a:ext cx="118872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12080" y="1143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37960" y="1143000"/>
            <a:ext cx="12801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7960" y="11430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Fodder Mgmt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955280" y="1143000"/>
            <a:ext cx="192024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955280" y="1143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 Identification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103120"/>
            <a:ext cx="2011680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1031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LIFECYCLE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0" y="2240280"/>
            <a:ext cx="15544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0" y="2240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Records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34840" y="2240280"/>
            <a:ext cx="210312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434840" y="2240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Breeding &amp; Pregnancy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0" y="2240280"/>
            <a:ext cx="10972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75120" y="2240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Calving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909560" y="2240280"/>
            <a:ext cx="10972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909560" y="2240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Weaning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200400"/>
            <a:ext cx="2011680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200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PRODUCTION &amp; HEALTH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0" y="3337560"/>
            <a:ext cx="164592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743200" y="3337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Production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26280" y="3337560"/>
            <a:ext cx="12801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26280" y="3337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43600" y="3337560"/>
            <a:ext cx="17373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943600" y="3337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Tracking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818120" y="3337560"/>
            <a:ext cx="10972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818120" y="3337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Deworming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052560" y="3337560"/>
            <a:ext cx="118872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052560" y="3337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 Visits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4297680"/>
            <a:ext cx="2011680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4297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0" y="4434840"/>
            <a:ext cx="22860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743200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Notifications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166360" y="4434840"/>
            <a:ext cx="29260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166360" y="4434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 Verification (Anti-Fraud)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64E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FLOW &amp; STORAGE MODEL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347472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60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STORAGE KEY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480560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307592"/>
            <a:ext cx="82296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07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cm_locations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480560" y="13075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locations (Country to Panchayat)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581912"/>
            <a:ext cx="822960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5819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cm_facilities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80560" y="15819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facilities, sheds, budget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856232"/>
            <a:ext cx="82296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8562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cm_cows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80560" y="18562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 records + multi-factor ID + photos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130552"/>
            <a:ext cx="822960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1305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cm_fodder_types / inventory / schedules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80560" y="21305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management (3 tables)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404872"/>
            <a:ext cx="82296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404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cm_health_records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80560" y="24048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&amp; group health checks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679192"/>
            <a:ext cx="822960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679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cm_breeding_records / pregnancy_tracking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80560" y="26791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Breeding &amp; pregnancy (2 tables)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953512"/>
            <a:ext cx="82296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2953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cm_calving_records / weaning_records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80560" y="2953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Calving &amp; weaning data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227832"/>
            <a:ext cx="822960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227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cm_milk_daily / lactation / sales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480560" y="32278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production (3 tables)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3502152"/>
            <a:ext cx="82296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502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cm_vaccinations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480560" y="35021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schedules &amp; records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776472"/>
            <a:ext cx="822960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3776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cm_diseases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480560" y="3776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tracking &amp; quarantine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4050792"/>
            <a:ext cx="82296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40507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cm_deworming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480560" y="40507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Deworming logs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325112"/>
            <a:ext cx="822960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4325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cm_vet_visits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480560" y="43251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Veterinary visit records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4599432"/>
            <a:ext cx="82296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4599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cm_verification_log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480560" y="45994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 identity verification audit trail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64E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COW IDENTIFICATION &amp; ANTI-FRAUD SYSTEM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393192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MULTI-FACTOR IDENTIFICATION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Ear Tag (Primary ID)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RFID Tag (Electronic ID)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Muzzle Print (Biometric)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Multi-Angle Photos (Front/Left/Right)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Color &amp; Markings Description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Horn Pattern Classification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Tail Switch Color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Distinguishing Marks (Scars, Brands)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Body Condition Score (1-9)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Height &amp; Weight Measurements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 ID Completeness Score (%)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393192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VERIFICATION WORKFLOW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0" y="160020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77840" y="15819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LOOKUP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77840" y="1783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Ear Tag or RFID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0" y="219456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77840" y="21762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77840" y="2377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9-point identity checklist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registered profile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0" y="278892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77840" y="27706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77840" y="2971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Auto-calculate match 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Pass/Partial/Fail result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0" y="338328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77840" y="33649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ALERT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77840" y="3566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mismatches as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fraud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0" y="3977640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77840" y="39593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77840" y="4160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with inspector,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mismatches recorded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937760" y="4160520"/>
            <a:ext cx="356616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41605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Tag Detection: Real-time alert on form input + block on submit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64E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CASCADING LOCATION HIERARCHY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Dropdown System - Each Level Filters the Next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108960" y="1234440"/>
            <a:ext cx="2926080" cy="384048"/>
          </a:xfrm>
          <a:prstGeom prst="rect">
            <a:avLst/>
          </a:prstGeom>
          <a:solidFill>
            <a:srgbClr val="064E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46120" y="12344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Country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12344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India, USA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43400" y="15819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94660" y="1737360"/>
            <a:ext cx="3154680" cy="384048"/>
          </a:xfrm>
          <a:prstGeom prst="rect">
            <a:avLst/>
          </a:prstGeom>
          <a:solidFill>
            <a:srgbClr val="065F4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31820" y="17373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57700" y="17373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Indian States/UTs, 50 US States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43400" y="20848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80360" y="2240280"/>
            <a:ext cx="3383280" cy="384048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017520" y="22402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District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43400" y="22402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UP Districts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43400" y="25877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66060" y="2743200"/>
            <a:ext cx="3611880" cy="384048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903220" y="27432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Tahasil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29100" y="27432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Sitapur Tahasils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43400" y="3090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51760" y="3246120"/>
            <a:ext cx="3840480" cy="384048"/>
          </a:xfrm>
          <a:prstGeom prst="rect">
            <a:avLst/>
          </a:prstGeom>
          <a:solidFill>
            <a:srgbClr val="34D39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788920" y="32461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Block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0" y="32461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Blocks (incl. Gondalomau)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43400" y="35935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37460" y="3749040"/>
            <a:ext cx="4069080" cy="384048"/>
          </a:xfrm>
          <a:prstGeom prst="rect">
            <a:avLst/>
          </a:prstGeom>
          <a:solidFill>
            <a:srgbClr val="6EE7B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674620" y="37490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Panchayat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00500" y="3749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40-70 per Block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343400" y="40965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23160" y="4251960"/>
            <a:ext cx="4297680" cy="384048"/>
          </a:xfrm>
          <a:prstGeom prst="rect">
            <a:avLst/>
          </a:prstGeom>
          <a:solidFill>
            <a:srgbClr val="A7F3D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560320" y="42519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Plot Number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86200" y="42519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entry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64E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 HIGHLIGHTS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54864" cy="1783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🥛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1051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Milk Production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AM/PM recording, fat%, SNF%, lactation tracking, 305-day yield, sales &amp; revenue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91440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914400"/>
            <a:ext cx="54864" cy="1783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💉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931920" y="1051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Vaccination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15544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Scheduled/completed/overdue tracking, 11 common vaccines, booster reminders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914400"/>
            <a:ext cx="54864" cy="1783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🦠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766560" y="1051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Disease Tracking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15544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cattle diseases, symptom/diagnosis/treatment, quarantine management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880360"/>
            <a:ext cx="54864" cy="1783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💊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9728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Deworming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3520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drug options, dosage/route/schedule, group deworming, next-due alerts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288036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2880360"/>
            <a:ext cx="54864" cy="1783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🩺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93192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Vet Visits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74720" y="3520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Multi-cow visits, prescriptions, follow-up scheduling, cost tracking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880360"/>
            <a:ext cx="26517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880360"/>
            <a:ext cx="54864" cy="1783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🔔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76656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Alerts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09360" y="3520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alert categories: vaccination, deworming, calving, disease, fodder, vet &amp; health follow-ups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64E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UI / UX DESIGN 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COLOR PALETTE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68680" cy="457200"/>
          </a:xfrm>
          <a:prstGeom prst="rect">
            <a:avLst/>
          </a:prstGeom>
          <a:solidFill>
            <a:srgbClr val="064E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71907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463040" y="1234440"/>
            <a:ext cx="868680" cy="45720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63040" y="171907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68880" y="1234440"/>
            <a:ext cx="868680" cy="457200"/>
          </a:xfrm>
          <a:prstGeom prst="rect">
            <a:avLst/>
          </a:prstGeom>
          <a:solidFill>
            <a:srgbClr val="34D39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71907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474720" y="1234440"/>
            <a:ext cx="868680" cy="45720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0" y="171907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480560" y="1234440"/>
            <a:ext cx="868680" cy="45720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80560" y="171907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486400" y="1234440"/>
            <a:ext cx="868680" cy="45720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0" y="171907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492240" y="1234440"/>
            <a:ext cx="868680" cy="45720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171907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498080" y="1234440"/>
            <a:ext cx="868680" cy="457200"/>
          </a:xfrm>
          <a:prstGeom prst="rect">
            <a:avLst/>
          </a:prstGeom>
          <a:solidFill>
            <a:srgbClr val="64748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98080" y="171907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2194560"/>
            <a:ext cx="54864" cy="7315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194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Glassmorphism Top Bar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24871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Semi-transparent header with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backdrop-filter blur effect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194560"/>
            <a:ext cx="54864" cy="7315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2194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Gradient Sidebar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24871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emerald gradient with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indicator animations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108960"/>
            <a:ext cx="54864" cy="7315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108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Card Hover Effects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34015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animation (translateY)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shadow expansion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108960"/>
            <a:ext cx="54864" cy="7315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3108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Modal Animations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37760" y="34015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+ fade entrance with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blurred backdrop overlay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54864" cy="7315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023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Responsive Layout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43159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with hamburger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and collapsible sidebar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4023360"/>
            <a:ext cx="54864" cy="7315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4023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Toast Notifications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37760" y="43159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Gradient-colored slide-in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with auto-dismiss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Zero-dependency SPA built with pure HTML5, CSS3, and JavaScript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fully functional modules covering end-to-end cattle management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Anti-fraud cow verification system with multi-factor identification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location hierarchy (Country to Panchayat level)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7-category smart alerts dashboard for proactive management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 production tracking with daily recording, lactation &amp; sales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health ecosystem: vaccination, disease, deworming, vet visits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UI with glassmorphism, gradients, and responsive design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Offline-capable with localStorage and JSON export/import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480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 Management System  |  Architecture &amp; Technology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4480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http://localhost:3000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Cow Management System - Architecture &amp; Technology</dc:title>
  <dc:subject>PptxGenJS Presentation</dc:subject>
  <dc:creator>CowManager Team</dc:creator>
  <cp:lastModifiedBy>CowManager Team</cp:lastModifiedBy>
  <cp:revision>1</cp:revision>
  <dcterms:created xsi:type="dcterms:W3CDTF">2026-03-30T19:46:38Z</dcterms:created>
  <dcterms:modified xsi:type="dcterms:W3CDTF">2026-03-30T19:46:38Z</dcterms:modified>
</cp:coreProperties>
</file>