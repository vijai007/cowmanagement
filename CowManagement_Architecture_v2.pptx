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 MANAGEMENT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 Stack  |  v2.0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Cattle Farm Digital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 +  Express.js  +  SQLite  +  REST API  +  HTML5/CSS3/JS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133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4133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33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4133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HIGH-LEVEL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Application with Client-Server Separation &amp; SQLite Database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371600"/>
            <a:ext cx="256032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(HTML5 / CSS3 / JS)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783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SPA  |  15 Page Sections  |  Async/Await Store  |  Fetch API  |  Service Worker (PWA)  |  Glassmorphism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73152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560320"/>
            <a:ext cx="2560320" cy="3200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(Node.js + Express.js)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|  Generic CRUD Routes  |  CORS  |  JSON Body Parser (50MB)  |  Static File Serving  |  Export/Import Endpoints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118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749040"/>
            <a:ext cx="256032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(better-sqlite3)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160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Tables  |  WAL Journal Mode  |  UUID Primary Keys  |  JSON Document Storage  |  Transaction Support  |  Data Migration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REST API 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429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REST API 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060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61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JavaScript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606040" cy="36576"/>
          </a:xfrm>
          <a:prstGeom prst="rect">
            <a:avLst/>
          </a:prstGeom>
          <a:solidFill>
            <a:srgbClr val="33993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61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99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463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handling, CORS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body parsing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serving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51560"/>
            <a:ext cx="2606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61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737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document-style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mode, transactions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driver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26060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900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 / CSS3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Glassmorphism, Gradients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Grid,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Variables, Responsive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80360"/>
            <a:ext cx="2606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9900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ES6+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3291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Async/Await, Fetch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pattern, Templates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(PWA)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880360"/>
            <a:ext cx="2606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9900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3291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CRUD endpoints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 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CLIENT-SERVER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Frontend &amp; Backend with REST API Communication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200400" cy="3291840"/>
          </a:xfrm>
          <a:prstGeom prst="rect">
            <a:avLst/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32004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 (client/)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page sections, modals, tabs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86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Store + 15 modules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88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788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Glassmorphism, gradients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sw.js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service worker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manifest.json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 config + icons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69280" y="1188720"/>
            <a:ext cx="3200400" cy="3291840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1188720"/>
            <a:ext cx="32004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  (server/)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178308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app, REST routes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228600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286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db.js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CRUD operations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52160" y="278892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788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migrate.js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2788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tool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0" y="329184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291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3291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config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52160" y="379476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data/*.db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40880" y="3794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file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03320" y="1645920"/>
            <a:ext cx="1737360" cy="25603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0332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9476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/api/:collection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794760" y="2377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/api/:collection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94760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/api/:collection/:id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79476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/api/:collection/:id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794760" y="3200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/api/_meta/export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794760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/api/_meta/import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94760" y="3749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/api/_meta/stats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47472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47472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◀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9496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▶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3949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◀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Independent Modules with Shared Async Store &amp; REST API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14300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14300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7764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1143000"/>
            <a:ext cx="11887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1143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114300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143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 Mgmt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1143000"/>
            <a:ext cx="19202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Identification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201168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2240280"/>
            <a:ext cx="15544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2240280"/>
            <a:ext cx="21031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348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 &amp; Pregnancy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24028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09560" y="224028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0956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201168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&amp; HEALTH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3337560"/>
            <a:ext cx="16459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Production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333756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2628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3337560"/>
            <a:ext cx="1737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Tracking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18120" y="333756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1812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Deworming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2560" y="3337560"/>
            <a:ext cx="11887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05256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Visits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297680"/>
            <a:ext cx="201168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297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0" y="4434840"/>
            <a:ext cx="22860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66360" y="4434840"/>
            <a:ext cx="2926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16636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Verification (Anti-Fraud)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with 19 Document-Style Tables  |  server/data/cow_management.db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Structure (all tables follow same schema)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PRIMARY KEY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08960" y="1554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v4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384048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470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NOT NULL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847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as JSON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396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21396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08960" y="2139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timestamp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432304"/>
            <a:ext cx="3840480" cy="2926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323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24323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08960" y="24323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timestamp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 Collection Tables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627632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cm_locations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883664"/>
            <a:ext cx="192024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cm_facilities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2139696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139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cm_cows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395728"/>
            <a:ext cx="192024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cm_fodder_types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2651760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cm_fodder_inventory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2907792"/>
            <a:ext cx="192024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cm_fodder_schedules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3163824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163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cm_health_records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3419856"/>
            <a:ext cx="192024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cm_breeding_records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3675888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cm_pregnancy_tracking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3931920"/>
            <a:ext cx="192024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cm_calving_records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20840" y="1627632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812280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cm_weaning_records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20840" y="1883664"/>
            <a:ext cx="192024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681228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cm_milk_daily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720840" y="2139696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812280" y="2139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cm_milk_lactation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720840" y="2395728"/>
            <a:ext cx="192024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681228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cm_milk_sales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720840" y="2651760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81228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cm_vaccinations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720840" y="2907792"/>
            <a:ext cx="192024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681228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cm_diseases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20840" y="3163824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812280" y="3163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cm_deworming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720840" y="3419856"/>
            <a:ext cx="192024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6812280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cm_vet_visits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720840" y="3675888"/>
            <a:ext cx="19202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81228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cm_verification_log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Journal Mode  |  Foreign Keys Enabled  |  JSON Document Storage  |  Bulk Insert with Transactions  |  Export/Import All Collections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CRUD Endpoints  |  All 19 collections share the same route pattern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ENDPOINT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04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6304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14630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/api/:collection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49040" y="146304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records in a collection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66560" y="146304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JSON array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801368"/>
            <a:ext cx="8229600" cy="3383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01368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180136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/api/:collection/:id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49040" y="1801368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single record by UUID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180136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JSON object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139696"/>
            <a:ext cx="82296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13969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213969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/api/:collection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49040" y="213969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record (auto ID + timestamp)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213969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+ Created record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478024"/>
            <a:ext cx="8229600" cy="3383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478024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0" y="247802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/api/:collection/:id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49040" y="2478024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updates into existing record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247802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Updated record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816352"/>
            <a:ext cx="82296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816352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28163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/api/:collection/:id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49040" y="2816352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single record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6560" y="281635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154680"/>
            <a:ext cx="8229600" cy="3383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154680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71600" y="315468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/api/:collection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49040" y="315468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entire collection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31546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493008"/>
            <a:ext cx="82296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493008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71600" y="349300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/api/_meta/export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749040" y="3493008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all 19 collections as JSON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66560" y="34930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Full backup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831336"/>
            <a:ext cx="8229600" cy="3383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831336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371600" y="383133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/api/_meta/import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749040" y="383133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(replace) from JSON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66560" y="383133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Success msg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169664"/>
            <a:ext cx="822960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4169664"/>
            <a:ext cx="731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371600" y="416966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/api/_meta/stats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749040" y="4169664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size, record counts per table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66560" y="416966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Stats object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 CORS  |  JSON Body Parser (50MB limit)  |  Collection Whitelist Validation  |  Static File Server  |  SPA Catch-All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 IDENTIFICATION &amp; ANTI-FRAUD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MULTI-FACTOR IDENTIFICATION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Ear Tag (Primary ID)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RFID Tag (Electronic ID)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Muzzle Print (Biometric)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50008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Multi-Angle Photos (Front/Left/Right)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Color &amp; Markings Description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Horn Pattern Classification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45536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Tail Switch Color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10712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Distinguishing Marks (Scars, Brands)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675888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Body Condition Score (1-9)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41064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Height &amp; Weight Measurements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ID Completeness Score (%)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VERIFICATION WORKFLOW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6002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Ear Tag or RFID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130552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130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0848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9-point identity checklist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registered profile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660904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660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6609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26151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match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Pass/Partial/Fail result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3191256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191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31912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314553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mismatches 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fraud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372160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37216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675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with inspector,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mismatches recorded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251960"/>
            <a:ext cx="85953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Tag Detection: Real-time alert on form input + block on submit  |  All verification data stored in cm_verification_log table via REST API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CASCADING LOCATION HIERARCHY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Dropdown System - Each Level Filters the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051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4E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1051560" cy="36576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USA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08760" y="24688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0200" y="2011680"/>
            <a:ext cx="1051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00200" y="2011680"/>
            <a:ext cx="1051560" cy="36576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514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Indian States/UTs, 50 US States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24688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011680"/>
            <a:ext cx="1051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2011680"/>
            <a:ext cx="10515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2514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UP Districts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94760" y="24688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86200" y="2011680"/>
            <a:ext cx="1051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2011680"/>
            <a:ext cx="105156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Tahasil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2514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Sitapur Tahasils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24688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2011680"/>
            <a:ext cx="1051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2011680"/>
            <a:ext cx="10515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514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Blocks (incl. Gondalomau)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80760" y="24688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011680"/>
            <a:ext cx="1051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011680"/>
            <a:ext cx="10515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Panchayat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2514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40-70 per Block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23760" y="24688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2011680"/>
            <a:ext cx="1051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0" y="2011680"/>
            <a:ext cx="10515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21488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Plot Number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60920" y="251460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entry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&amp; PWA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Deployment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 Development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server/server.js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606040" cy="3657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github.com/Vijai007/CowManagement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push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88720"/>
            <a:ext cx="26060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Render.com (Free)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691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hosting with SQLite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Auto-deploy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PROGRESSIVE WEB APP (PWA) - Install on iPhone &amp; Android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401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 Screen Icon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gradient cow icon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72px to 512px sizes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333756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51760" y="3401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Full-Screen Mode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display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 toolbar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401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 Support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caches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333756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0" y="3401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Auto-Deploy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3749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 triggers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rebuild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/ UX DESIGN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PALETTE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914400" cy="4572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08760" y="1325880"/>
            <a:ext cx="9144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914400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11880" y="1325880"/>
            <a:ext cx="9144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9144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15000" y="1325880"/>
            <a:ext cx="9144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66560" y="1325880"/>
            <a:ext cx="9144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818120" y="1325880"/>
            <a:ext cx="91440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Glassmorphism Top Bar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Semi-transparent header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 blur effect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2860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290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Gradient Sidebar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gradient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indicator animations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2860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6364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Card Hover Effects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animation (translateY)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shadow expansion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Modal Animations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fade entrance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backdrop overlay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34747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2900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Responsive Layout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with hamburger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and collapsible sidebar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47472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636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Toast Notifications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3886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Gradient-colored slide-in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with auto-dismiss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Full-stack architecture: Node.js + Express + SQLite backend with REST 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361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19 SQLite database tables replacing localStorage for persistent, scalable storage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836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Generic CRUD API design: all collections share GET/POST/PUT/DELETE endpoints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3113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 fully functional modules covering end-to-end cattle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Anti-fraud cow verification system with multi-factor identification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Progressive Web App (PWA) — installable on iPhone &amp; Android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2735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Async/Await throughout client code with fetch-based Store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2102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Modern UI with glassmorphism, gradients, and responsive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6849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Deployable to Render.com (free) with auto-deploy from GitHub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3159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migration script for importing legacy localStorage backups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Management System v2.0  |  Full-Stack Architecture  |  github.com/Vijai007/CowManagement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 Management System - Architecture &amp; Technology (v2.0)</dc:title>
  <dc:subject>PptxGenJS Presentation</dc:subject>
  <dc:creator>CowManager Team</dc:creator>
  <cp:lastModifiedBy>CowManager Team</cp:lastModifiedBy>
  <cp:revision>1</cp:revision>
  <dcterms:created xsi:type="dcterms:W3CDTF">2026-03-30T23:06:03Z</dcterms:created>
  <dcterms:modified xsi:type="dcterms:W3CDTF">2026-03-30T23:06:03Z</dcterms:modified>
</cp:coreProperties>
</file>